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6" r:id="rId12"/>
    <p:sldId id="265" r:id="rId13"/>
    <p:sldId id="267" r:id="rId14"/>
    <p:sldId id="268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12064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48656"/>
            <a:ext cx="12188952" cy="160934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804672"/>
            <a:ext cx="9144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WeatheryApp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84708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4A90E2"/>
                </a:solidFill>
              </a:rPr>
              <a:t>Swift iOS  --&gt;  Android Kotlin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2578608"/>
            <a:ext cx="9144000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8E8"/>
                </a:solidFill>
              </a:rPr>
              <a:t>Dorian Toth  &amp;  Marvin Aichinger   |   BB-G1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80160"/>
            <a:ext cx="356616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iOS Source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WeatheryApp -- Swift + SwiftUI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CoreLocation  &amp;  WeatherKit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Sidebar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7368" y="1280160"/>
            <a:ext cx="3566160" cy="50292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24528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24528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Claude Code  (main driver)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GitHub Copilot  (in-editor)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ChatGPT  (research)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54696" y="1280160"/>
            <a:ext cx="3566160" cy="50292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91856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Android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91856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Kotlin + Jetpack Compose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MVVM + StateFlow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OpenWeatherMap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Original iOS App  --  WeatheryApp (Swift)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Saved locations sidebar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oC / oF toggle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Swift 5  +  SwiftUI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URLSession  +  CoreLocation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@State / @StateObject / @ObservedObject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UserDefaults  +  async/await</a:t>
            </a:r>
          </a:p>
        </p:txBody>
      </p:sp>
      <p:pic>
        <p:nvPicPr>
          <p:cNvPr id="12" name="Picture 11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170432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iOS App -- Screenshots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7DE38153-B0DC-6F24-C0FE-743E9E003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732" y="1298448"/>
            <a:ext cx="2390342" cy="518651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0C87A805-9B9F-EE10-E42B-1A3B881B2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750" y="1298448"/>
            <a:ext cx="2390343" cy="518651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AI-Assisted Migration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05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Analyse
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Read Swift files
map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79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488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Map Swift to Kotlin
spot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062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Data
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Models + Retrofit
WeatherKit --&gt; OWM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27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UI
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SwiftUI --&gt; Compose
Sidebar --&gt; Sheet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1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321040" y="1417320"/>
            <a:ext cx="1719072" cy="3291840"/>
          </a:xfrm>
          <a:prstGeom prst="rect">
            <a:avLst/>
          </a:prstGeom>
          <a:solidFill>
            <a:srgbClr val="FFF3E0"/>
          </a:solidFill>
          <a:ln w="3175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Human
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Validate &amp; test
on emulator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Iterate
&amp; Fix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1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Re-prompt Claude
until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Created Android App  --  WeatheryApp (Kotlin)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 with icons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oC / oF toggle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Material 3  --  light &amp; dark theme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DC84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 +  Jetpack Compose  +  Material 3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Retrofit 2  +  FusedLocationProvider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ViewModel  +  StateFlow  +  DataStore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Coroutines  (suspend fun)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B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5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App -- Screenshots</a:t>
            </a:r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F3F110DB-814B-12DC-4402-225E2CF98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302" y="1298447"/>
            <a:ext cx="2351299" cy="528011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F0BCD8E-E568-3663-E4D5-B60C8C13C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90" y="1298448"/>
            <a:ext cx="2351299" cy="528011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Feature Comparison: iOS vs Android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15568"/>
            <a:ext cx="329184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12070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115568"/>
            <a:ext cx="365760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21608" y="12070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115568"/>
            <a:ext cx="4096512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24928" y="12070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Android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1848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17099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Weather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61848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17099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WeatherKit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61848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24928" y="17099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OpenWeatherMap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2140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22128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GPS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12140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21608" y="22128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CoreLocation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12140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24928" y="22128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FusedLocationProvider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62432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27157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Hourly forecast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62432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21608" y="27157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Horizontal scroll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62432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24928" y="27157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LazyRow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2724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" y="32186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5-day forecast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12724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21608" y="32186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List 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12724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24928" y="32186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Card 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63016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37216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City 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63016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721608" y="37216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AddLocationView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363016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24928" y="37216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AlertDialog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13308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048" y="42245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Saved locations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413308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721608" y="42245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4133088"/>
            <a:ext cx="4096512" cy="50292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424928" y="42245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Not ported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3600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4048" y="47274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Settings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463600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21608" y="47274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Right sidebar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463600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424928" y="47274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ModalBottomSheet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13892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4048" y="52303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Theme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11880" y="513892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21608" y="52303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Manual toggle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513892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424928" y="52303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System Dynamic Color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64184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84048" y="57332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Preferences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11880" y="564184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721608" y="57332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UserDefaults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564184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424928" y="57332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DataStore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Working with AI -- Our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48640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54864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2070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810512"/>
            <a:ext cx="532180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 to Kotlin translation: perfect first attempt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SwiftUI to Compose: clean mapping, same mental model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Architecture (MVVM + StateFlow) applied correctly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Build errors fixed quickly by re-prompting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7608" y="1170432"/>
            <a:ext cx="5861304" cy="54864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07608" y="1170432"/>
            <a:ext cx="5861304" cy="530352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63056" y="12070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Needed Human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1810512"/>
            <a:ext cx="5577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Wrong API URL  (paid vs. free endpoint)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Gitignore accidentally excluded version catalog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WeatherKit is Apple-only -- had to redirect AI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API key &amp; SDK path always set up manually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C/F Toggle Bug  —  Analysis &amp;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Root 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isCelsius: a dead parameter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Passed to every child Composable (TopWeatherSection, HourlyForecastItem, DailyForecastRow, IndicatorsGrid) but never read in any body -- only viewModel.formatTemp() is called, which reads _isCelsius.value directly from a StateFlow.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Why It Breaks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Compose cannot track the StateFlow 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Compose only re-renders when a State&lt;T&gt; value changes inside a composable body. Reading _isCelsius.value inside a plain Kotlin function is invisible to Compose -- so LazyRow items may silently skip recomposition.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Fix Applied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Pure functions with explicit isCelsius param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convertTemp(celsius, isCelsius) and formatTemp(celsius, isCelsius) now take isCelsius as an explicit argument. All 4 child Composables actually read the parameter -- Compose tracks it and recomposes correctly on toggle.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Bonus 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Unit label added to temperature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formatTemp() previously returned "22°" with no C or F suffix, making it impossible to confirm which unit was active. Now returns "22°C" or "72°F" so the toggle is visually verifiable.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E1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Token Usage  --  Across All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1556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99AA"/>
                </a:solidFill>
              </a:rPr>
              <a:t>Real data from 4 Claude Code sessions  |  Measured from session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72768"/>
            <a:ext cx="5029200" cy="301752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664208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10,022,333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FF"/>
                </a:solidFill>
              </a:rPr>
              <a:t>Total Tokens Processed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27355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CCFF"/>
                </a:solidFill>
              </a:rPr>
              <a:t>(including cache)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572768"/>
            <a:ext cx="3246120" cy="1298448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77840" y="168249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8FFC8"/>
                </a:solidFill>
              </a:rPr>
              <a:t>9,094,592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377440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Cache Read Tokens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25128" y="1572768"/>
            <a:ext cx="3246120" cy="1298448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25128" y="168249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DBBFF"/>
                </a:solidFill>
              </a:rPr>
              <a:t>584,219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2377440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Cache Write Tokens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017520"/>
            <a:ext cx="3246120" cy="1298448"/>
          </a:xfrm>
          <a:prstGeom prst="rect">
            <a:avLst/>
          </a:prstGeom>
          <a:solidFill>
            <a:srgbClr val="B84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3127248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C88"/>
                </a:solidFill>
              </a:rPr>
              <a:t>343,087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822192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Output Tokens
(Claude responses)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3017520"/>
            <a:ext cx="3246120" cy="1298448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25128" y="3127248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ACCFF"/>
                </a:solidFill>
              </a:rPr>
              <a:t>435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3822192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Fresh Input Tokens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WeatherKit not on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Apple-exclusive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Used OpenWeatherMap REST API instead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Sidebar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native drawer equivalent 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 --&gt; search dialog   /   Right --&gt; BottomSheet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Missing Version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gradle/ was gitignored -- build broken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Fixed .gitignore, recreated libs.versions.toml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State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@EnvironmentObject in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ViewModel + StateFlow + collectAsState()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Swift files
analysed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5184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5184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Kotlin files
created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82896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82896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~95%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Feature parity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216152"/>
            <a:ext cx="2103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4000" b="1" dirty="0">
                <a:solidFill>
                  <a:srgbClr val="4A90E2"/>
                </a:solidFill>
              </a:rPr>
              <a:t>&gt;400k</a:t>
            </a:r>
            <a:endParaRPr sz="4000" b="1" i="0" dirty="0">
              <a:solidFill>
                <a:srgbClr val="4A90E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50608" y="1993392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400" b="0" i="0" dirty="0" err="1">
                <a:solidFill>
                  <a:srgbClr val="FFFFFF"/>
                </a:solidFill>
              </a:rPr>
              <a:t>tokens</a:t>
            </a:r>
            <a:r>
              <a:rPr sz="1400" b="0" i="0" dirty="0">
                <a:solidFill>
                  <a:srgbClr val="FFFFFF"/>
                </a:solidFill>
              </a:rPr>
              <a:t>
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4A90E2"/>
                </a:solidFill>
              </a:rPr>
              <a:t>&lt;1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Migration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907792"/>
            <a:ext cx="566928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What We Learned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excels at translating between similar frameworks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Iterative prompting beats one-shot generation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Human oversight is still essential for config &amp; APIs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81928" y="2907792"/>
            <a:ext cx="5669280" cy="502920"/>
          </a:xfrm>
          <a:prstGeom prst="rect">
            <a:avLst/>
          </a:prstGeom>
          <a:solidFill>
            <a:srgbClr val="14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made this migration feasible in under a week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Claude produced clean, idiomatic Kotlin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Workflow: AI drafts  --  Human reviews  --  AI fixes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02936"/>
            <a:ext cx="12188952" cy="165506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4A90E2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310128"/>
            <a:ext cx="6702552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FFFFFF"/>
                </a:solidFill>
              </a:rPr>
              <a:t>Dorian Toth  &amp;  Marvin Aichinger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KI-assisted Software Engineering  |  BB-G1  |  FH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816</Words>
  <Application>Microsoft Office PowerPoint</Application>
  <PresentationFormat>Benutzerdefiniert</PresentationFormat>
  <Paragraphs>163</Paragraphs>
  <Slides>14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Aichinger Marvin</cp:lastModifiedBy>
  <cp:revision>5</cp:revision>
  <dcterms:created xsi:type="dcterms:W3CDTF">2013-01-27T09:14:16Z</dcterms:created>
  <dcterms:modified xsi:type="dcterms:W3CDTF">2026-06-20T09:33:02Z</dcterms:modified>
  <cp:category/>
</cp:coreProperties>
</file>