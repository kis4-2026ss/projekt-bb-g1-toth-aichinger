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48656"/>
            <a:ext cx="12188952" cy="160934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0" y="804672"/>
            <a:ext cx="9144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WeatheryApp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84708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4A90E2"/>
                </a:solidFill>
              </a:rPr>
              <a:t>Swift iOS  --&gt;  Android Kotlin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2578608"/>
            <a:ext cx="9144000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743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8E8"/>
                </a:solidFill>
              </a:rPr>
              <a:t>Dorian Toth  &amp;  Marvin Aichinger   |   BB-G1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80160"/>
            <a:ext cx="3566160" cy="50292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iOS Source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WeatheryApp -- Swift + SwiftUI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CoreLocation  &amp;  WeatherKit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Sidebar navigation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7368" y="1280160"/>
            <a:ext cx="3566160" cy="50292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24528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7368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Claude Code  (main driver)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GitHub Copilot  (in-editor)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ChatGPT  (research)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54696" y="1280160"/>
            <a:ext cx="3566160" cy="50292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91856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Android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Kotlin + Jetpack Compose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MVVM + StateFlow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OpenWeatherMap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Original iOS App  --  WeatheryApp (Swift)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Hourly &amp; 5-day forecast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Saved locations sidebar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City search  +  oC / oF toggle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7AFF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Swift 5  +  SwiftUI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URLSession  +  CoreLocation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@State / @StateObject / @ObservedObject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UserDefaults  +  async/await</a:t>
            </a:r>
          </a:p>
        </p:txBody>
      </p:sp>
      <p:pic>
        <p:nvPicPr>
          <p:cNvPr id="12" name="Picture 11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170432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iOS App --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99AA"/>
                </a:solidFill>
              </a:rPr>
              <a:t>Insert your iOS simulator / device screenshots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61774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4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4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4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4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Welcome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6917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94077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7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7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7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Main Weather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2060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89220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2060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2060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2060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Forecast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7203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84363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7203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7203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7203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Locations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2346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79506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2346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2346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2346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Settings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AI-Assisted Migration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18105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Analyse
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Read Swift files
map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79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488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Map Swift to Kotlin
spot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53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Data
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Models + Retrofit
WeatherKit --&gt; OWM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827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UI
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SwiftUI --&gt; Compose
Sidebar --&gt; Sheet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401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21040" y="1417320"/>
            <a:ext cx="1719072" cy="3291840"/>
          </a:xfrm>
          <a:prstGeom prst="rect">
            <a:avLst/>
          </a:prstGeom>
          <a:solidFill>
            <a:srgbClr val="FFF3E0"/>
          </a:solidFill>
          <a:ln w="3175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Human
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Validate &amp; test
on emulator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Iterate
&amp; Fix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1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Re-prompt Claude
until it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Created Android App  --  WeatheryApp (Kotlin)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Hourly &amp; 5-day forecast with icons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City search  +  oC / oF toggle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Material 3  --  light &amp; dark theme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DC84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 +  Jetpack Compose  +  Material 3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Retrofit 2  +  FusedLocationProvider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ViewModel  +  StateFlow  +  DataStore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Coroutines  (suspend fun)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B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5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Android App --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99AA"/>
                </a:solidFill>
              </a:rPr>
              <a:t>Insert your Android emulator / device screenshots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61774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4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4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4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4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Welcome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6917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94077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7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7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7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Main Weather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2060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89220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2060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2060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2060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Forecast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7203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84363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7203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7203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7203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City Search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2346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79506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2346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2346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2346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Settings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Feature Comparison: iOS vs Android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15568"/>
            <a:ext cx="329184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0700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115568"/>
            <a:ext cx="365760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21608" y="120700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115568"/>
            <a:ext cx="4096512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24928" y="120700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Android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1848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70992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Weather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61848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8" y="170992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WeatherKit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61848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4928" y="170992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OpenWeatherMap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2140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21284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GPS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212140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1608" y="221284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CoreLocation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12140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8" y="221284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FusedLocationProvider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62432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271576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Hourly forecast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1880" y="262432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21608" y="271576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Horizontal scroll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62432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8" y="271576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LazyRow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12724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321868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5-day forecast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12724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1608" y="321868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List 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12724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4928" y="321868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Card list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63016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372160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City search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63016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21608" y="372160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AddLocationView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363016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4928" y="372160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AlertDialog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13308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048" y="422452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Saved locations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11880" y="413308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21608" y="422452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4133088"/>
            <a:ext cx="4096512" cy="50292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24928" y="422452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Not ported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63600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" y="472744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Settings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11880" y="463600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1608" y="472744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Right sidebar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463600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24928" y="472744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ModalBottomSheet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138928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048" y="523036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Theme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11880" y="5138928"/>
            <a:ext cx="3657600" cy="50292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523036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Manual toggle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0" y="5138928"/>
            <a:ext cx="4096512" cy="502920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523036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System Dynamic Color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5641848"/>
            <a:ext cx="3291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048" y="573328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Preferences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11880" y="5641848"/>
            <a:ext cx="3657600" cy="50292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21608" y="5733288"/>
            <a:ext cx="3511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UserDefaults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5641848"/>
            <a:ext cx="4096512" cy="502920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5733288"/>
            <a:ext cx="39502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DataStore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Working with AI -- Our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48640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5486400" cy="530352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070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Worked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810512"/>
            <a:ext cx="5321808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Swift to Kotlin translation: perfect first attempt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SwiftUI to Compose: clean mapping, same mental model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Architecture (MVVM + StateFlow) applied correctly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Build errors fixed quickly by re-prompting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7608" y="1170432"/>
            <a:ext cx="5861304" cy="5486400"/>
          </a:xfrm>
          <a:prstGeom prst="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07608" y="1170432"/>
            <a:ext cx="5861304" cy="530352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6" y="120700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Needed Human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3056" y="1810512"/>
            <a:ext cx="5577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Wrong API URL  (paid vs. free endpoint)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Gitignore accidentally excluded version catalog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WeatherKit is Apple-only -- had to redirect AI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API key &amp; SDK path always set up manually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Key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182880" cy="192024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WeatherKit not on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Apple-exclusive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Used OpenWeatherMap REST API instead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2512" y="1170432"/>
            <a:ext cx="182880" cy="192024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Sidebar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native drawer equivalent on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 --&gt; search dialog   /   Right --&gt; BottomSheet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200400"/>
            <a:ext cx="182880" cy="1920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Missing Version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gradle/ was gitignored -- build broken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Fixed .gitignore, recreated libs.versions.toml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3200400"/>
            <a:ext cx="182880" cy="192024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State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@EnvironmentObject in 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ViewModel + StateFlow + collectAsState()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Token Usage  --  Across All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1556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999AA"/>
                </a:solidFill>
              </a:rPr>
              <a:t>Real data from 4 Claude Code sessions  |  Measured from session 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72768"/>
            <a:ext cx="5029200" cy="301752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64208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10,022,333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834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FF"/>
                </a:solidFill>
              </a:rPr>
              <a:t>Total Tokens Processed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27355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CCFF"/>
                </a:solidFill>
              </a:rPr>
              <a:t>(including cache)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572768"/>
            <a:ext cx="3246120" cy="1298448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682496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8FFC8"/>
                </a:solidFill>
              </a:rPr>
              <a:t>9,094,592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377440"/>
            <a:ext cx="3246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Cache Read Tokens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25128" y="1572768"/>
            <a:ext cx="3246120" cy="1298448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1682496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DBBFF"/>
                </a:solidFill>
              </a:rPr>
              <a:t>584,219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2377440"/>
            <a:ext cx="3246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Cache Write Tokens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3017520"/>
            <a:ext cx="3246120" cy="1298448"/>
          </a:xfrm>
          <a:prstGeom prst="rect">
            <a:avLst/>
          </a:prstGeom>
          <a:solidFill>
            <a:srgbClr val="B84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3127248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C88"/>
                </a:solidFill>
              </a:rPr>
              <a:t>343,087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822192"/>
            <a:ext cx="3246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Output Tokens
(Claude responses)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3017520"/>
            <a:ext cx="3246120" cy="1298448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3127248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AACCFF"/>
                </a:solidFill>
              </a:rPr>
              <a:t>435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3822192"/>
            <a:ext cx="3246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Fresh Input Tokens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773168"/>
            <a:ext cx="11548872" cy="1371600"/>
          </a:xfrm>
          <a:prstGeom prst="rect">
            <a:avLst/>
          </a:prstGeom>
          <a:solidFill>
            <a:srgbClr val="162A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64608"/>
            <a:ext cx="11201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A90E2"/>
                </a:solidFill>
              </a:rPr>
              <a:t>92% of all tokens came from cache  --  showing how efficiently Claude reused context across turns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21808"/>
            <a:ext cx="11201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Cache hits save processing time and cost. Output tokens (343K) represent all code, explanations and fixes generated by Claude.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Results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Swift files
analysed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5184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5184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Kotlin files
created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82896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82896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~95%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2896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Feature parity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AI tools
used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&lt;1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Migration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2907792"/>
            <a:ext cx="566928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What We Learned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AI excels at translating between similar frameworks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Iterative prompting beats one-shot generation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Human oversight is still essential for config &amp; APIs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1928" y="2907792"/>
            <a:ext cx="5669280" cy="502920"/>
          </a:xfrm>
          <a:prstGeom prst="rect">
            <a:avLst/>
          </a:prstGeom>
          <a:solidFill>
            <a:srgbClr val="14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AI made this migration feasible in under a week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Claude produced clean, idiomatic Kotlin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Workflow: AI drafts  --  Human reviews  --  AI fixes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7492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02936"/>
            <a:ext cx="12188952" cy="165506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50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4A90E2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310128"/>
            <a:ext cx="6702552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FFFFFF"/>
                </a:solidFill>
              </a:rPr>
              <a:t>Dorian Toth  &amp;  Marvin Aichinger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8E8"/>
                </a:solidFill>
              </a:rPr>
              <a:t>KI-assisted Software Engineering  |  BB-G1  |  FH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