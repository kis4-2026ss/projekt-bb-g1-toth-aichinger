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5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88952" cy="1280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48656"/>
            <a:ext cx="12188952" cy="1609344"/>
          </a:xfrm>
          <a:prstGeom prst="rect">
            <a:avLst/>
          </a:prstGeom>
          <a:solidFill>
            <a:srgbClr val="14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828800" cy="182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51760" y="804672"/>
            <a:ext cx="9144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WeatheryApp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84708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4A90E2"/>
                </a:solidFill>
              </a:rPr>
              <a:t>Swift iOS  --&gt;  Android Kotlin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2578608"/>
            <a:ext cx="9144000" cy="3810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2743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8E8"/>
                </a:solidFill>
              </a:rPr>
              <a:t>Dorian Toth  &amp;  Marvin Aichinger   |   BB-G1   | 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80160"/>
            <a:ext cx="3566160" cy="50292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533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iOS Source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783080"/>
            <a:ext cx="3566160" cy="4846320"/>
          </a:xfrm>
          <a:prstGeom prst="rect">
            <a:avLst/>
          </a:prstGeom>
          <a:solidFill>
            <a:srgbClr val="F4F6F9"/>
          </a:solidFill>
          <a:ln w="254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01952"/>
            <a:ext cx="3337560" cy="4599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WeatheryApp -- Swift + SwiftUI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CoreLocation  &amp;  WeatherKit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Sidebar navigation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87368" y="1280160"/>
            <a:ext cx="3566160" cy="502920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24528" y="13533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 Tools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87368" y="1783080"/>
            <a:ext cx="3566160" cy="4846320"/>
          </a:xfrm>
          <a:prstGeom prst="rect">
            <a:avLst/>
          </a:prstGeom>
          <a:solidFill>
            <a:srgbClr val="F4F6F9"/>
          </a:solidFill>
          <a:ln w="25400">
            <a:solidFill>
              <a:srgbClr val="E86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4528" y="1901952"/>
            <a:ext cx="3337560" cy="4599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Claude Code  (main driver)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GitHub Copilot  (in-editor)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ChatGPT  (research)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54696" y="1280160"/>
            <a:ext cx="3566160" cy="50292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91856" y="135331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Android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1783080"/>
            <a:ext cx="3566160" cy="4846320"/>
          </a:xfrm>
          <a:prstGeom prst="rect">
            <a:avLst/>
          </a:prstGeom>
          <a:solidFill>
            <a:srgbClr val="F4F6F9"/>
          </a:solidFill>
          <a:ln w="254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1901952"/>
            <a:ext cx="3337560" cy="4599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Kotlin + Jetpack Compose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MVVM + StateFlow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222233"/>
                </a:solidFill>
              </a:rPr>
              <a:t>  OpenWeatherMap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Original iOS App  --  WeatheryApp (Swift)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70432"/>
            <a:ext cx="5394960" cy="5486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C3557"/>
                </a:solidFill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0" cy="3810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Current weather via GPS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Hourly &amp; 5-day forecast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Saved locations sidebar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City search  +  ?C / ?F toggle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170432"/>
            <a:ext cx="5989320" cy="5486400"/>
          </a:xfrm>
          <a:prstGeom prst="rect">
            <a:avLst/>
          </a:prstGeom>
          <a:solidFill>
            <a:srgbClr val="E8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298448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7AFF"/>
                </a:solidFill>
              </a:rPr>
              <a:t>Tech Stack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783080"/>
            <a:ext cx="5486400" cy="38100"/>
          </a:xfrm>
          <a:prstGeom prst="rect">
            <a:avLst/>
          </a:prstGeom>
          <a:solidFill>
            <a:srgbClr val="00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202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Swift 5  +  SwiftUI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URLSession  +  CoreLocation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@State / @StateObject / @ObservedObject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UserDefaults  +  async/await</a:t>
            </a:r>
          </a:p>
        </p:txBody>
      </p:sp>
      <p:pic>
        <p:nvPicPr>
          <p:cNvPr id="12" name="Picture 11" descr="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1170432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iOS App --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99AA"/>
                </a:solidFill>
              </a:rPr>
              <a:t>Insert your iOS simulator / device screenshots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61774" y="1572768"/>
            <a:ext cx="2084831" cy="4846320"/>
          </a:xfrm>
          <a:prstGeom prst="rect">
            <a:avLst/>
          </a:prstGeom>
          <a:solidFill>
            <a:srgbClr val="EAF2FF"/>
          </a:solidFill>
          <a:ln w="381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8934" y="1755648"/>
            <a:ext cx="1810511" cy="4069080"/>
          </a:xfrm>
          <a:prstGeom prst="rect">
            <a:avLst/>
          </a:prstGeom>
          <a:solidFill>
            <a:srgbClr val="D0E4F8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4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7AFF"/>
                </a:solidFill>
              </a:rPr>
              <a:t>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4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4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FF"/>
                </a:solidFill>
              </a:rPr>
              <a:t>Welcome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6917" y="1572768"/>
            <a:ext cx="2084831" cy="4846320"/>
          </a:xfrm>
          <a:prstGeom prst="rect">
            <a:avLst/>
          </a:prstGeom>
          <a:solidFill>
            <a:srgbClr val="EAF2FF"/>
          </a:solidFill>
          <a:ln w="381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94077" y="1755648"/>
            <a:ext cx="1810511" cy="4069080"/>
          </a:xfrm>
          <a:prstGeom prst="rect">
            <a:avLst/>
          </a:prstGeom>
          <a:solidFill>
            <a:srgbClr val="D0E4F8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6917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7AFF"/>
                </a:solidFill>
              </a:rPr>
              <a:t>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7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7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FF"/>
                </a:solidFill>
              </a:rPr>
              <a:t>Main Weather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2060" y="1572768"/>
            <a:ext cx="2084831" cy="4846320"/>
          </a:xfrm>
          <a:prstGeom prst="rect">
            <a:avLst/>
          </a:prstGeom>
          <a:solidFill>
            <a:srgbClr val="EAF2FF"/>
          </a:solidFill>
          <a:ln w="381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89220" y="1755648"/>
            <a:ext cx="1810511" cy="4069080"/>
          </a:xfrm>
          <a:prstGeom prst="rect">
            <a:avLst/>
          </a:prstGeom>
          <a:solidFill>
            <a:srgbClr val="D0E4F8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52060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7AFF"/>
                </a:solidFill>
              </a:rPr>
              <a:t>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2060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2060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FF"/>
                </a:solidFill>
              </a:rPr>
              <a:t>Forecast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7203" y="1572768"/>
            <a:ext cx="2084831" cy="4846320"/>
          </a:xfrm>
          <a:prstGeom prst="rect">
            <a:avLst/>
          </a:prstGeom>
          <a:solidFill>
            <a:srgbClr val="EAF2FF"/>
          </a:solidFill>
          <a:ln w="381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84363" y="1755648"/>
            <a:ext cx="1810511" cy="4069080"/>
          </a:xfrm>
          <a:prstGeom prst="rect">
            <a:avLst/>
          </a:prstGeom>
          <a:solidFill>
            <a:srgbClr val="D0E4F8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7203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7AFF"/>
                </a:solidFill>
              </a:rPr>
              <a:t>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7203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7203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FF"/>
                </a:solidFill>
              </a:rPr>
              <a:t>Locations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42346" y="1572768"/>
            <a:ext cx="2084831" cy="4846320"/>
          </a:xfrm>
          <a:prstGeom prst="rect">
            <a:avLst/>
          </a:prstGeom>
          <a:solidFill>
            <a:srgbClr val="EAF2FF"/>
          </a:solidFill>
          <a:ln w="381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79506" y="1755648"/>
            <a:ext cx="1810511" cy="4069080"/>
          </a:xfrm>
          <a:prstGeom prst="rect">
            <a:avLst/>
          </a:prstGeom>
          <a:solidFill>
            <a:srgbClr val="D0E4F8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2346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7AFF"/>
                </a:solidFill>
              </a:rPr>
              <a:t>iOS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2346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2346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7AFF"/>
                </a:solidFill>
              </a:rPr>
              <a:t>Settings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AI-Assisted Migration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18105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Analyse
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Read Swift files
map structure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679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488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157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57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Map Swift to Kotlin
spot gaps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253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731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731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Data
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Models + Retrofit
WeatherKit --&gt; OWM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827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305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05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UI
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SwiftUI --&gt; Compose
Sidebar --&gt; Sheet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40112" y="2990088"/>
            <a:ext cx="338328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21040" y="1417320"/>
            <a:ext cx="1719072" cy="3291840"/>
          </a:xfrm>
          <a:prstGeom prst="rect">
            <a:avLst/>
          </a:prstGeom>
          <a:solidFill>
            <a:srgbClr val="FFF3E0"/>
          </a:solidFill>
          <a:ln w="31750">
            <a:solidFill>
              <a:srgbClr val="E86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87968" y="1563624"/>
            <a:ext cx="585216" cy="585216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879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Human
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Validate &amp; test
on emulator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78440" y="1417320"/>
            <a:ext cx="1719072" cy="3291840"/>
          </a:xfrm>
          <a:prstGeom prst="rect">
            <a:avLst/>
          </a:prstGeom>
          <a:solidFill>
            <a:srgbClr val="D6E8F7"/>
          </a:solidFill>
          <a:ln w="31750">
            <a:solidFill>
              <a:srgbClr val="4A90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945368" y="1563624"/>
            <a:ext cx="585216" cy="5852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45368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2295144"/>
            <a:ext cx="17190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C3557"/>
                </a:solidFill>
              </a:rPr>
              <a:t>Iterate
&amp; Fix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1592" y="3154680"/>
            <a:ext cx="157276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22233"/>
                </a:solidFill>
              </a:rPr>
              <a:t>Re-prompt Claude
until it 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Created Android App  --  WeatheryApp (Kotlin)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70432"/>
            <a:ext cx="5394960" cy="5486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C3557"/>
                </a:solidFill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0" cy="3810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5120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Current weather via GPS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Hourly &amp; 5-day forecast with icons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City search  +  ?C / ?F toggle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Material 3  --  light &amp; dark theme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170432"/>
            <a:ext cx="5989320" cy="548640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298448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DDC84"/>
                </a:solidFill>
              </a:rPr>
              <a:t>Tech Stack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783080"/>
            <a:ext cx="5486400" cy="3810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202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Kotlin  +  Jetpack Compose  +  Material 3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Retrofit 2  +  FusedLocationProvider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ViewModel  +  StateFlow  +  DataStore</a:t>
            </a:r>
          </a:p>
          <a:p>
            <a:pPr>
              <a:spcBef>
                <a:spcPts val="1800"/>
              </a:spcBef>
            </a:pPr>
            <a:r>
              <a:rPr sz="2200">
                <a:solidFill>
                  <a:srgbClr val="222233"/>
                </a:solidFill>
              </a:rPr>
              <a:t>  Kotlin Coroutines  (suspend fun)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B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5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Android App --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99AA"/>
                </a:solidFill>
              </a:rPr>
              <a:t>Insert your Android emulator / device screenshots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61774" y="1572768"/>
            <a:ext cx="2084831" cy="4846320"/>
          </a:xfrm>
          <a:prstGeom prst="rect">
            <a:avLst/>
          </a:prstGeom>
          <a:solidFill>
            <a:srgbClr val="E8F8EE"/>
          </a:solidFill>
          <a:ln w="381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8934" y="1755648"/>
            <a:ext cx="1810511" cy="4069080"/>
          </a:xfrm>
          <a:prstGeom prst="rect">
            <a:avLst/>
          </a:prstGeom>
          <a:solidFill>
            <a:srgbClr val="C8F0D8"/>
          </a:solidFill>
          <a:ln w="1905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4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DDC84"/>
                </a:solidFill>
              </a:rPr>
              <a:t>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4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4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DDC84"/>
                </a:solidFill>
              </a:rPr>
              <a:t>Welcome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6917" y="1572768"/>
            <a:ext cx="2084831" cy="4846320"/>
          </a:xfrm>
          <a:prstGeom prst="rect">
            <a:avLst/>
          </a:prstGeom>
          <a:solidFill>
            <a:srgbClr val="E8F8EE"/>
          </a:solidFill>
          <a:ln w="381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94077" y="1755648"/>
            <a:ext cx="1810511" cy="4069080"/>
          </a:xfrm>
          <a:prstGeom prst="rect">
            <a:avLst/>
          </a:prstGeom>
          <a:solidFill>
            <a:srgbClr val="C8F0D8"/>
          </a:solidFill>
          <a:ln w="1905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6917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DDC84"/>
                </a:solidFill>
              </a:rPr>
              <a:t>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7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7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DDC84"/>
                </a:solidFill>
              </a:rPr>
              <a:t>Main Weather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2060" y="1572768"/>
            <a:ext cx="2084831" cy="4846320"/>
          </a:xfrm>
          <a:prstGeom prst="rect">
            <a:avLst/>
          </a:prstGeom>
          <a:solidFill>
            <a:srgbClr val="E8F8EE"/>
          </a:solidFill>
          <a:ln w="381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89220" y="1755648"/>
            <a:ext cx="1810511" cy="4069080"/>
          </a:xfrm>
          <a:prstGeom prst="rect">
            <a:avLst/>
          </a:prstGeom>
          <a:solidFill>
            <a:srgbClr val="C8F0D8"/>
          </a:solidFill>
          <a:ln w="1905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52060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DDC84"/>
                </a:solidFill>
              </a:rPr>
              <a:t>Android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2060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2060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DDC84"/>
                </a:solidFill>
              </a:rPr>
              <a:t>Forecast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7203" y="1572768"/>
            <a:ext cx="2084831" cy="4846320"/>
          </a:xfrm>
          <a:prstGeom prst="rect">
            <a:avLst/>
          </a:prstGeom>
          <a:solidFill>
            <a:srgbClr val="E8F8EE"/>
          </a:solidFill>
          <a:ln w="381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84363" y="1755648"/>
            <a:ext cx="1810511" cy="4069080"/>
          </a:xfrm>
          <a:prstGeom prst="rect">
            <a:avLst/>
          </a:prstGeom>
          <a:solidFill>
            <a:srgbClr val="C8F0D8"/>
          </a:solidFill>
          <a:ln w="1905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7203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DDC84"/>
                </a:solidFill>
              </a:rPr>
              <a:t>Android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7203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7203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DDC84"/>
                </a:solidFill>
              </a:rPr>
              <a:t>City Search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42346" y="1572768"/>
            <a:ext cx="2084831" cy="4846320"/>
          </a:xfrm>
          <a:prstGeom prst="rect">
            <a:avLst/>
          </a:prstGeom>
          <a:solidFill>
            <a:srgbClr val="E8F8EE"/>
          </a:solidFill>
          <a:ln w="3810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79506" y="1755648"/>
            <a:ext cx="1810511" cy="4069080"/>
          </a:xfrm>
          <a:prstGeom prst="rect">
            <a:avLst/>
          </a:prstGeom>
          <a:solidFill>
            <a:srgbClr val="C8F0D8"/>
          </a:solidFill>
          <a:ln w="19050">
            <a:solidFill>
              <a:srgbClr val="3DD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2346" y="3493008"/>
            <a:ext cx="2084831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3DDC84"/>
                </a:solidFill>
              </a:rPr>
              <a:t>Android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2346" y="404164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999AA"/>
                </a:solidFill>
              </a:rPr>
              <a:t>Screenshot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2346" y="5961888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DDC84"/>
                </a:solidFill>
              </a:rPr>
              <a:t>Settings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Feature Comparison: iOS vs Android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15568"/>
            <a:ext cx="3291840" cy="484632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1207008"/>
            <a:ext cx="314553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115568"/>
            <a:ext cx="3657600" cy="484632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21608" y="1207008"/>
            <a:ext cx="35112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iOS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115568"/>
            <a:ext cx="4096512" cy="484632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24928" y="1207008"/>
            <a:ext cx="39502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Android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00200"/>
            <a:ext cx="32918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691640"/>
            <a:ext cx="314553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Weather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1600200"/>
            <a:ext cx="3657600" cy="484632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21608" y="1691640"/>
            <a:ext cx="35112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WeatherKit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1600200"/>
            <a:ext cx="4096512" cy="484632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24928" y="1691640"/>
            <a:ext cx="39502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OpenWeatherMap 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084832"/>
            <a:ext cx="3291840" cy="48463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176272"/>
            <a:ext cx="314553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GPS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2084832"/>
            <a:ext cx="3657600" cy="484632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21608" y="2176272"/>
            <a:ext cx="35112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CoreLocation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2084832"/>
            <a:ext cx="4096512" cy="484632"/>
          </a:xfrm>
          <a:prstGeom prst="rect">
            <a:avLst/>
          </a:prstGeom>
          <a:solidFill>
            <a:srgbClr val="E6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4928" y="2176272"/>
            <a:ext cx="39502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FusedLocationProvider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569464"/>
            <a:ext cx="32918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2660904"/>
            <a:ext cx="314553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Hourly forecast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11880" y="2569464"/>
            <a:ext cx="3657600" cy="484632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21608" y="2660904"/>
            <a:ext cx="35112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Horizontal scroll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569464"/>
            <a:ext cx="4096512" cy="484632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4928" y="2660904"/>
            <a:ext cx="39502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LazyRow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054096"/>
            <a:ext cx="3291840" cy="48463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3145536"/>
            <a:ext cx="314553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5-day forecast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3054096"/>
            <a:ext cx="3657600" cy="484632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21608" y="3145536"/>
            <a:ext cx="35112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List view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3054096"/>
            <a:ext cx="4096512" cy="484632"/>
          </a:xfrm>
          <a:prstGeom prst="rect">
            <a:avLst/>
          </a:prstGeom>
          <a:solidFill>
            <a:srgbClr val="E6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24928" y="3145536"/>
            <a:ext cx="39502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Card list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538728"/>
            <a:ext cx="32918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" y="3630168"/>
            <a:ext cx="314553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City search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11880" y="3538728"/>
            <a:ext cx="3657600" cy="484632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21608" y="3630168"/>
            <a:ext cx="35112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AddLocationView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0" y="3538728"/>
            <a:ext cx="4096512" cy="484632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24928" y="3630168"/>
            <a:ext cx="39502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AlertDialog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023360"/>
            <a:ext cx="3291840" cy="48463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048" y="4114800"/>
            <a:ext cx="314553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Saved locations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11880" y="4023360"/>
            <a:ext cx="3657600" cy="484632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21608" y="4114800"/>
            <a:ext cx="35112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Left sidebar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4023360"/>
            <a:ext cx="4096512" cy="484632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24928" y="4114800"/>
            <a:ext cx="39502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Not ported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507992"/>
            <a:ext cx="32918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048" y="4599432"/>
            <a:ext cx="314553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Settings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11880" y="4507992"/>
            <a:ext cx="3657600" cy="484632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21608" y="4599432"/>
            <a:ext cx="35112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Right sidebar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0" y="4507992"/>
            <a:ext cx="4096512" cy="484632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24928" y="4599432"/>
            <a:ext cx="39502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ModalBottomSheet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4992624"/>
            <a:ext cx="3291840" cy="484632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4048" y="5084064"/>
            <a:ext cx="314553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Theme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11880" y="4992624"/>
            <a:ext cx="3657600" cy="484632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5084064"/>
            <a:ext cx="35112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Manual toggle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0" y="4992624"/>
            <a:ext cx="4096512" cy="484632"/>
          </a:xfrm>
          <a:prstGeom prst="rect">
            <a:avLst/>
          </a:prstGeom>
          <a:solidFill>
            <a:srgbClr val="E6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24928" y="5084064"/>
            <a:ext cx="39502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System Dynamic Color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5477256"/>
            <a:ext cx="329184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4048" y="5568696"/>
            <a:ext cx="314553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2233"/>
                </a:solidFill>
              </a:rPr>
              <a:t>Preferences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11880" y="5477256"/>
            <a:ext cx="3657600" cy="484632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721608" y="5568696"/>
            <a:ext cx="3511296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UserDefaults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5477256"/>
            <a:ext cx="4096512" cy="484632"/>
          </a:xfrm>
          <a:prstGeom prst="rect">
            <a:avLst/>
          </a:prstGeom>
          <a:solidFill>
            <a:srgbClr val="F0F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24928" y="5568696"/>
            <a:ext cx="39502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DataStore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Working with AI -- Our Experience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70432"/>
            <a:ext cx="5486400" cy="548640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170432"/>
            <a:ext cx="5486400" cy="530352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070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What Worked 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810512"/>
            <a:ext cx="5321808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Swift to Kotlin translation: perfect first attempt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SwiftUI to Compose: clean mapping, same mental model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Architecture (MVVM + StateFlow) applied correctly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Build errors fixed quickly by re-prompting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007608" y="1170432"/>
            <a:ext cx="5861304" cy="5486400"/>
          </a:xfrm>
          <a:prstGeom prst="rect">
            <a:avLst/>
          </a:prstGeom>
          <a:solidFill>
            <a:srgbClr val="FF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07608" y="1170432"/>
            <a:ext cx="5861304" cy="530352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63056" y="120700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What Needed Human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63056" y="1810512"/>
            <a:ext cx="5577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Wrong API URL  (paid vs. free endpoint)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Gitignore accidentally excluded version catalog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WeatherKit is Apple-only -- had to redirect AI</a:t>
            </a:r>
          </a:p>
          <a:p>
            <a:pPr>
              <a:spcBef>
                <a:spcPts val="2000"/>
              </a:spcBef>
            </a:pPr>
            <a:r>
              <a:rPr sz="2000">
                <a:solidFill>
                  <a:srgbClr val="222233"/>
                </a:solidFill>
              </a:rPr>
              <a:t>  API key &amp; SDK path always set up manually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Key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170432"/>
            <a:ext cx="182880" cy="1920240"/>
          </a:xfrm>
          <a:prstGeom prst="rect">
            <a:avLst/>
          </a:prstGeom>
          <a:solidFill>
            <a:srgbClr val="E8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01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WeatherKit not on Android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Apple-exclusive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Used OpenWeatherMap REST API instead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170432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2512" y="1170432"/>
            <a:ext cx="182880" cy="192024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Sidebar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00784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No native equivalent on 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945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Left sidebar --&gt; search dialog   /   Right --&gt; BottomSheet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200400"/>
            <a:ext cx="182880" cy="19202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3101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Missing Version Catalog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3075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gradle/ was gitignored -- build broken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24528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Fixed .gitignore, recreated libs.versions.toml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3200400"/>
            <a:ext cx="5669280" cy="19202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3200400"/>
            <a:ext cx="182880" cy="1920240"/>
          </a:xfrm>
          <a:prstGeom prst="rect">
            <a:avLst/>
          </a:prstGeom>
          <a:solidFill>
            <a:srgbClr val="3DD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331012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C3557"/>
                </a:solidFill>
              </a:rPr>
              <a:t>State management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73075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3322"/>
                </a:solidFill>
              </a:rPr>
              <a:t>No @EnvironmentObject in 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224528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33"/>
                </a:solidFill>
              </a:rPr>
              <a:t>ViewModel + StateFlow + collectAsState()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Results &amp;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10+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Swift files
analysed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615184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15184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5184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Kotlin files
created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82896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82896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~95%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2896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Feature parity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0608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0608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AI tools
used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0" y="1170432"/>
            <a:ext cx="2103120" cy="155448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216152"/>
            <a:ext cx="2103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4A90E2"/>
                </a:solidFill>
              </a:rPr>
              <a:t>&lt;1 week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1993392"/>
            <a:ext cx="2103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Migration 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907792"/>
            <a:ext cx="5669280" cy="3703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2907792"/>
            <a:ext cx="5669280" cy="50292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93522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What We Learned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502152"/>
            <a:ext cx="53949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AI excels at translating between similar frameworks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Iterative prompting beats one-shot generation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Human oversight is still essential for config &amp; APIs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1928" y="2907792"/>
            <a:ext cx="5669280" cy="3703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1928" y="2907792"/>
            <a:ext cx="5669280" cy="502920"/>
          </a:xfrm>
          <a:prstGeom prst="rect">
            <a:avLst/>
          </a:prstGeom>
          <a:solidFill>
            <a:srgbClr val="14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293522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Verdict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3502152"/>
            <a:ext cx="53949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AI made this migration feasible in under a week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Claude produced clean, idiomatic Kotlin</a:t>
            </a:r>
          </a:p>
          <a:p>
            <a:pPr>
              <a:spcBef>
                <a:spcPts val="1800"/>
              </a:spcBef>
            </a:pPr>
            <a:r>
              <a:rPr sz="2000">
                <a:solidFill>
                  <a:srgbClr val="222233"/>
                </a:solidFill>
              </a:rPr>
              <a:t>  Workflow: AI drafts  --  Human reviews  --  AI fixes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5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74920"/>
            <a:ext cx="12188952" cy="128016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02936"/>
            <a:ext cx="12188952" cy="1655064"/>
          </a:xfrm>
          <a:prstGeom prst="rect">
            <a:avLst/>
          </a:prstGeom>
          <a:solidFill>
            <a:srgbClr val="14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50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4A90E2"/>
                </a:solidFill>
              </a:rP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3310128"/>
            <a:ext cx="6702552" cy="38100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FFFFFF"/>
                </a:solidFill>
              </a:rPr>
              <a:t>Dorian Toth  &amp;  Marvin Aichinger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8E8"/>
                </a:solidFill>
              </a:rPr>
              <a:t>KI-assisted Software Engineering  |  BB-G1  |  FH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